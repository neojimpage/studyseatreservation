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65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0700000">
            <a:off x="9601200" y="-914400"/>
            <a:ext cx="4572000" cy="4572000"/>
          </a:xfrm>
          <a:prstGeom prst="triangle">
            <a:avLst/>
          </a:prstGeom>
          <a:solidFill>
            <a:srgbClr val="22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600000">
            <a:off x="-914400" y="5029200"/>
            <a:ext cx="3657600" cy="2743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300000">
            <a:off x="6400800" y="5486400"/>
            <a:ext cx="8229600" cy="2743200"/>
          </a:xfrm>
          <a:prstGeom prst="rect">
            <a:avLst/>
          </a:prstGeom>
          <a:solidFill>
            <a:srgbClr val="00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校园自习座位预约系统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0C4DE"/>
                </a:solidFill>
                <a:latin typeface="微软雅黑" panose="020B0503020204020204" charset="-122"/>
              </a:defRPr>
            </a:pPr>
            <a:r>
              <a:t>Campus Study Seat Reservation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6616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软件工程项目实训 - 项目演示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基于 Spring Boot + Vue.js + AI 的智能预约平台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2026年6月  |  GitHub: neojimpage/studySeatReservation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📋 项目概述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Project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🎯 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高校自习座位资源紧张，学生抢座难、管理效率低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传统人工管理模式无法满足学生灵活预约需求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需要一套智能化、数字化的座位预约解决方案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本项目为软件工程实训课程的综合实践成果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微软雅黑" panose="020B0503020204020204" charset="-122"/>
              </a:defRPr>
            </a:pPr>
            <a:r>
              <a:t>🎯 项目目标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实现校园自习座位的在线预约与管理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提供学生端便捷预约 + 管理员端数据看板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集成 AI 智能助手，提升用户体验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构建前后端分离 + 微服务架构的完整系统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972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📌 项目信息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项目名称：校园自习座位预约系统 (StudySeatReservation)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开发周期：6 周实训（2026年3月 - 2026年5月）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技术架构：Spring Boot + Vue.js + Python AI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代码仓库：github.com/neojimpage/studySeatReservation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🏗️ 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System Architecture - 前后端分离 + 微服务架构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63040"/>
            <a:ext cx="9418320" cy="10515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前端层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Vue.js + Vite</a:t>
            </a:r>
            <a:br/>
            <a:r>
              <a:t>Element Plus UI</a:t>
            </a:r>
            <a:br/>
            <a:r>
              <a:t>Axios HTTP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697480"/>
            <a:ext cx="9418320" cy="10515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网关层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88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RESTful API</a:t>
            </a:r>
            <a:br/>
            <a:r>
              <a:t>CORS 跨域支持</a:t>
            </a:r>
            <a:br/>
            <a:r>
              <a:t>JWT 认证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931920"/>
            <a:ext cx="9418320" cy="1051560"/>
          </a:xfrm>
          <a:prstGeom prst="roundRect">
            <a:avLst/>
          </a:prstGeom>
          <a:solidFill>
            <a:srgbClr val="12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后端层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023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Spring Boot 2.x</a:t>
            </a:r>
            <a:br/>
            <a:r>
              <a:t>MyBatis-Plus ORM</a:t>
            </a:r>
            <a:br/>
            <a:r>
              <a:t>MySQL Database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66360"/>
            <a:ext cx="9418320" cy="1051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服务层 AI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257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Python FastAPI</a:t>
            </a:r>
            <a:br/>
            <a:r>
              <a:t>OpenAI API</a:t>
            </a:r>
            <a:br/>
            <a:r>
              <a:t>Agent 智能代理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🛠️ 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Technology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54864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Java 17+ / Spring Boot 2.x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Spring MVC (RESTful API)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MyBatis-Plus (ORM)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MySQL 8.0 (数据库)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Maven (项目构建)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JWT 身份认证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463040"/>
            <a:ext cx="356616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536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 Frontend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28600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Vue.js 3 (核心框架)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78892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Vite (构建工具)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29184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Element Plus (UI组件)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79476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Axios (HTTP请求)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29768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343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Node.js / npm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80060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响应式布局设计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1463040"/>
            <a:ext cx="3566160" cy="5486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536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服务 AI Service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28600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Python 3.x / FastAPI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278892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OpenAI API 集成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329184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3337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Agent 智能代理架构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379476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REST API 通信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429768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4343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环境变量配置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4800600"/>
            <a:ext cx="3383280" cy="4114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tools.py 工具函数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🗄️ 数据模型设计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Entity Relationship &amp; Data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697480" cy="5029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User 用户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id (主键)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51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username 用户名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3522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password 密码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00984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19272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role 角色(学生/管理员)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85032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email 邮箱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8736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phone 手机号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1463040"/>
            <a:ext cx="269748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Area 区域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148840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16712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id (主键)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532888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551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name 区域名称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916936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93522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location 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3300984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319272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totalSeats 总座位数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685032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703320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description 描述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97480" cy="502920"/>
          </a:xfrm>
          <a:prstGeom prst="roundRect">
            <a:avLst/>
          </a:prstGeom>
          <a:solidFill>
            <a:srgbClr val="12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Seat 座位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148840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16712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id (主键)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532888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551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areaId 所属区域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916936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93522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seatNumber 座位编号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300984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319272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status 状态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685032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703320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type 座位类型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1463040"/>
            <a:ext cx="269748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Reservation 预约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2148840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216712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id (主键)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2532888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2551176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userId 用户ID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2916936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293522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seatId 座位ID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3300984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3319272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startTime 开始时间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3685032"/>
            <a:ext cx="2697480" cy="347472"/>
          </a:xfrm>
          <a:prstGeom prst="rect">
            <a:avLst/>
          </a:prstGeom>
          <a:solidFill>
            <a:srgbClr val="F0F2F5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3703320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endTime 结束时间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4069080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4087368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status 预约状态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🔗 数据关系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User 1:N Reservation — 一个用户可创建多个预约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Seat N:1 Area        — 多个座位属于一个区域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Seat 1:N Reservation — 一个座位可被多次预约（不同时段）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使用 MyBatis-Plus 注解映射实体关系，Mapper 接口实现数据访问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⚡ 核心功能模块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Core Feature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2743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👤 用户管理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用户注册 / 登录 / 个人信息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JWT Token 身份认证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学生与管理员双角色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个人信息修改 &amp; 密码重置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371600"/>
            <a:ext cx="2743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371600"/>
            <a:ext cx="2743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微软雅黑" panose="020B0503020204020204" charset="-122"/>
              </a:defRPr>
            </a:pPr>
            <a:r>
              <a:t>🪑 座位管理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按区域浏览自习座位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座位实时状态展示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座位类型筛选与搜索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区域管理（增删改查）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371600"/>
            <a:ext cx="2743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371600"/>
            <a:ext cx="2743200" cy="73152"/>
          </a:xfrm>
          <a:prstGeom prst="rect">
            <a:avLst/>
          </a:prstGeom>
          <a:solidFill>
            <a:srgbClr val="12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3EA8"/>
                </a:solidFill>
                <a:latin typeface="微软雅黑" panose="020B0503020204020204" charset="-122"/>
              </a:defRPr>
            </a:pPr>
            <a:r>
              <a:t>📅 预约系统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选择时段预约座位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预约历史查看 &amp; 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预约签到 / 取消功能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冲突检测 &amp; 自动释放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371600"/>
            <a:ext cx="27432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1371600"/>
            <a:ext cx="27432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🏛️ 管理后台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管理员专属认证拦截器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用户数据管理面板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座位与区域维护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236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✓ 预约数据统计与导出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🔄 预约业务流程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Reservation Business Flow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用户登录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JWT 认证</a:t>
            </a:r>
            <a:br/>
            <a:r>
              <a:t>身份校验</a:t>
            </a:r>
          </a:p>
        </p:txBody>
      </p:sp>
      <p:sp>
        <p:nvSpPr>
          <p:cNvPr id="13" name="Oval 12"/>
          <p:cNvSpPr/>
          <p:nvPr/>
        </p:nvSpPr>
        <p:spPr>
          <a:xfrm>
            <a:off x="2697480" y="164592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057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选择区域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浏览区域</a:t>
            </a:r>
            <a:br/>
            <a:r>
              <a:t>查看座位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164592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057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选择座位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查看实时</a:t>
            </a:r>
            <a:br/>
            <a:r>
              <a:t>座位状态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164592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057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确认时段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选择时间</a:t>
            </a:r>
            <a:br/>
            <a:r>
              <a:t>冲突检测</a:t>
            </a:r>
          </a:p>
        </p:txBody>
      </p:sp>
      <p:sp>
        <p:nvSpPr>
          <p:cNvPr id="28" name="Oval 27"/>
          <p:cNvSpPr/>
          <p:nvPr/>
        </p:nvSpPr>
        <p:spPr>
          <a:xfrm>
            <a:off x="8458200" y="164592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057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提交预约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生成记录</a:t>
            </a:r>
            <a:br/>
            <a:r>
              <a:t>座位锁定</a:t>
            </a:r>
          </a:p>
        </p:txBody>
      </p:sp>
      <p:sp>
        <p:nvSpPr>
          <p:cNvPr id="33" name="Oval 32"/>
          <p:cNvSpPr/>
          <p:nvPr/>
        </p:nvSpPr>
        <p:spPr>
          <a:xfrm>
            <a:off x="10378440" y="164592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17373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6️⃣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2057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签到使用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7432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到场签到</a:t>
            </a:r>
            <a:br/>
            <a:r>
              <a:t>计时开始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📡 核心 API 接口 (ReservationController)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 panose="020B0609020204030204"/>
              </a:defRPr>
            </a:pPr>
            <a:r>
              <a:t>POST   /api/reservations          — 创建预约 (检查冲突 → 锁定座位)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 panose="020B0609020204030204"/>
              </a:defRPr>
            </a:pPr>
            <a:r>
              <a:t>GET    /api/reservations/user/{id} — 查询用户的所有预约记录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 panose="020B0609020204030204"/>
              </a:defRPr>
            </a:pPr>
            <a:r>
              <a:t>PUT    /api/reservations/{id}/cancel — 取消预约 (释放座位)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 panose="020B0609020204030204"/>
              </a:defRPr>
            </a:pPr>
            <a:r>
              <a:t>PUT    /api/reservations/{id}/checkin — 签到确认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666666"/>
                </a:solidFill>
                <a:latin typeface="Consolas" panose="020B0609020204030204"/>
              </a:defRPr>
            </a:pPr>
            <a:r>
              <a:t>GET    /api/seats?areaId={id}         — 按区域获取座位及实时状态 (SeatController)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🤖 AI 智能助手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AI-Powered Smart Assistant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微软雅黑" panose="020B0503020204020204" charset="-122"/>
              </a:defRPr>
            </a:pPr>
            <a:r>
              <a:t>🧠 AI Service 架构 (Python FastAPI)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main.py — FastAPI 入口，暴露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agent.py — AI Agent 核心逻辑，处理对话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tools.py — 工具函数集合（座位查询、预约等）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config.py — 配置管理（API Key、模型参数）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集成 OpenAI API，实现智能对话能力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通过 REST API 与 Java 后端通信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🔗 集成流程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前端用户输入问题 → ChatController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ChatController 转发请求到 AI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AI Service 调用 Agent 处理并返回结果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后端与 AI 服务通过 HTTP 进行通信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976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💡 AI 助手能力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📌 座位推荐：根据偏好推荐最佳座位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📌 预约帮助：辅助用户完成预约操作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486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📌 信息查询：查询区域、座位实时信息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📌 问题解答：常见问题自动回复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320040" cy="3200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/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✨ 项目亮点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Project Highlights &amp; Technical Achievements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164592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前后端分离架构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前端 Vue.js + 后端 Spring Boot</a:t>
            </a:r>
            <a:br/>
            <a:r>
              <a:t>独立部署、独立开发、松耦合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0" y="164592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AI 智能助手集成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Python 独立微服务</a:t>
            </a:r>
            <a:br/>
            <a:r>
              <a:t>OpenAI Agent 架构，智能交互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0" y="1645920"/>
            <a:ext cx="914400" cy="914400"/>
          </a:xfrm>
          <a:prstGeom prst="ellipse">
            <a:avLst/>
          </a:prstGeom>
          <a:solidFill>
            <a:srgbClr val="12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完善的权限控制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JWT 认证 + 拦截器</a:t>
            </a:r>
            <a:br/>
            <a:r>
              <a:t>学生/管理员双角色权限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37360" y="4206240"/>
            <a:ext cx="914400" cy="9144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297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现代化前端体验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Element Plus 组件库</a:t>
            </a:r>
            <a:br/>
            <a:r>
              <a:t>响应式设计，多端适配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023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77840" y="420624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4297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🗄️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规范的数据层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MyBatis-Plus 简化 CRUD</a:t>
            </a:r>
            <a:br/>
            <a:r>
              <a:t>实体关系清晰，易于扩展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02336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0" y="4206240"/>
            <a:ext cx="914400" cy="9144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4297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完整的工程文档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需求分析 + 系统设计文档</a:t>
            </a:r>
            <a:br/>
            <a:r>
              <a:t>项目启动书 + 6周开发计划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" y="0"/>
            <a:ext cx="121291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" y="0"/>
            <a:ext cx="11985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" y="171450"/>
            <a:ext cx="12153900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" y="0"/>
            <a:ext cx="120624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" y="0"/>
            <a:ext cx="121177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24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154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C4DE"/>
                </a:solidFill>
                <a:latin typeface="微软雅黑" panose="020B0503020204020204" charset="-122"/>
              </a:defRPr>
            </a:pPr>
            <a:r>
              <a:t>Thank You for Your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📋 项目总结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✓ 完成了一套完整的校园自习座位预约系统，涵盖前后端 + AI 服务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✓ 实现了用户管理、座位管理、预约管理、管理员后台等核心功能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✓ 集成了 AI 智能助手，提升了系统的智能化水平和用户体验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✓ 采用微服务架构，前后端分离，具备良好的可扩展性和维护性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🔗 项目链接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9AABB"/>
                </a:solidFill>
                <a:latin typeface="Consolas" panose="020B0609020204030204"/>
              </a:defRPr>
            </a:pPr>
            <a:r>
              <a:t>GitHub: github.com/neojimpage/studySeatReservation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技术栈: Spring Boot + Vue.js + FastAPI + MySQL +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3333</Words>
  <Application>WPS 演示</Application>
  <PresentationFormat>On-screen Show (4:3)</PresentationFormat>
  <Paragraphs>386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WPS_1688378094</cp:lastModifiedBy>
  <cp:revision>2</cp:revision>
  <dcterms:created xsi:type="dcterms:W3CDTF">2013-01-27T09:14:00Z</dcterms:created>
  <dcterms:modified xsi:type="dcterms:W3CDTF">2026-06-21T10:40:09Z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A0F0E67604504B1DAA75A66343ED439B_12</vt:lpwstr>
  </property>
</Properties>
</file>